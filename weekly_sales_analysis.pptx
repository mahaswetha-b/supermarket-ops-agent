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Weekly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Supermarket Operations Management Agent</a:t>
            </a:r>
          </a:p>
          <a:p>
            <a:r>
              <a:t>Generated on 07-09-2026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Sales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Overall supermarket sales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Total Sales: ₹42.00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Total Bills: 2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GST Collected: ₹0.00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Average Bill Value: ₹21.00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Top Selling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Products with highest quantity sold</a:t>
            </a:r>
          </a:p>
        </p:txBody>
      </p:sp>
      <p:pic>
        <p:nvPicPr>
          <p:cNvPr id="4" name="Picture 3" descr="top_products_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94130"/>
            <a:ext cx="8287385" cy="51796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Product Sales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Top selling products and revenue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954530"/>
          <a:ext cx="6044565" cy="3806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855"/>
                <a:gridCol w="2014855"/>
                <a:gridCol w="2014855"/>
              </a:tblGrid>
              <a:tr h="1903095">
                <a:tc>
                  <a:txBody>
                    <a:bodyPr/>
                    <a:lstStyle/>
                    <a:p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Qty Sold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Sales</a:t>
                      </a:r>
                    </a:p>
                  </a:txBody>
                  <a:tcPr/>
                </a:tc>
              </a:tr>
              <a:tr h="1903095">
                <a:tc>
                  <a:txBody>
                    <a:bodyPr/>
                    <a:lstStyle/>
                    <a:p>
                      <a:r>
                        <a:t>Maggi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₹42.00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Stock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Current inventory levels</a:t>
            </a:r>
          </a:p>
        </p:txBody>
      </p:sp>
      <p:pic>
        <p:nvPicPr>
          <p:cNvPr id="4" name="Picture 3" descr="stock_levels_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820" y="1554480"/>
            <a:ext cx="753491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Low Stock Alert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Products requiring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✅ No low-stock products detected.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Key observations from sales and inventory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1440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• Total recorded sales are ₹42.00.</a:t>
            </a:r>
          </a:p>
          <a:p>
            <a:pPr>
              <a:defRPr sz="1900"/>
            </a:pPr>
          </a:p>
          <a:p>
            <a:pPr>
              <a:defRPr sz="1900"/>
            </a:pPr>
            <a:r>
              <a:t>• 2 bills have been recorded.</a:t>
            </a:r>
          </a:p>
          <a:p>
            <a:pPr>
              <a:defRPr sz="1900"/>
            </a:pPr>
          </a:p>
          <a:p>
            <a:pPr>
              <a:defRPr sz="1900"/>
            </a:pPr>
            <a:r>
              <a:t>• Average bill value is ₹21.00.</a:t>
            </a:r>
          </a:p>
          <a:p>
            <a:pPr>
              <a:defRPr sz="1900"/>
            </a:pPr>
          </a:p>
          <a:p>
            <a:pPr>
              <a:defRPr sz="1900"/>
            </a:pPr>
            <a:r>
              <a:t>• Best-selling product by quantity: Maggi (3 units).</a:t>
            </a:r>
          </a:p>
          <a:p>
            <a:pPr>
              <a:defRPr sz="1900"/>
            </a:pPr>
          </a:p>
          <a:p>
            <a:pPr>
              <a:defRPr sz="1900"/>
            </a:pPr>
            <a:r>
              <a:t>• No products are currently below the low-stock threshold.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731</Words>
  <Application>WPS Presentation</Application>
  <PresentationFormat>On-screen Show (4:3)</PresentationFormat>
  <Paragraphs>61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Weekly Sales Analysis</vt:lpstr>
      <vt:lpstr>Sales Summary</vt:lpstr>
      <vt:lpstr>Top Selling Products</vt:lpstr>
      <vt:lpstr>Product Sales Details</vt:lpstr>
      <vt:lpstr>Stock Health</vt:lpstr>
      <vt:lpstr>Low Stock Alert</vt:lpstr>
      <vt:lpstr>Business Insights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mahas</cp:lastModifiedBy>
  <cp:revision>2</cp:revision>
  <dcterms:created xsi:type="dcterms:W3CDTF">2013-01-27T09:14:00Z</dcterms:created>
  <dcterms:modified xsi:type="dcterms:W3CDTF">2026-09-07T17:38:08Z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FA1DE86790D24BFDB697F9EDB71C659F_12</vt:lpwstr>
  </property>
  <property fmtid="{D5CDD505-2E9C-101B-9397-08002B2CF9AE}" pid="3" name="KSOProductBuildVer">
    <vt:lpwstr>1033-12.1.0.28485</vt:lpwstr>
  </property>
</Properties>
</file>